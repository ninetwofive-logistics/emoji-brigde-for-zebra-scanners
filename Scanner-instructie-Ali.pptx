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bcf4ec08-8ad1-f56e-f40a-2727493633a5}">
          <p14:sldIdLst>
            <p14:sldId id="256"/>
          </p14:sldIdLst>
        </p14:section>
        <p14:section name="Overzicht" id="{c883685e-4ae4-f909-f6cf-b037a85e6a89}">
          <p14:sldIdLst>
            <p14:sldId id="257"/>
          </p14:sldIdLst>
        </p14:section>
        <p14:section name="Stappen" id="{713cea3e-a5e1-7f77-1351-1299ef7c7edf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Afsluiten" id="{c552de03-a0e2-a2d2-1f78-cabd21f5c066}">
          <p14:sldIdLst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74904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20240" y="685800"/>
            <a:ext cx="9326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E276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Scanner klaarmaken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voor emoji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74904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Stap voor stap. Probeer dit eerst op je eigen laptop.</a:t>
            </a:r>
            <a:endParaRPr lang="en-US" sz="2000" dirty="0"/>
          </a:p>
        </p:txBody>
      </p:sp>
      <p:sp>
        <p:nvSpPr>
          <p:cNvPr id="4" name="merk"/>
          <p:cNvSpPr txBox="1"/>
          <p:nvPr/>
        </p:nvSpPr>
        <p:spPr>
          <a:xfrm>
            <a:off x="91440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NineTwoFive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focirkel"/>
          <p:cNvSpPr/>
          <p:nvPr/>
        </p:nvSpPr>
        <p:spPr>
          <a:xfrm>
            <a:off x="548640" y="658368"/>
            <a:ext cx="1005840" cy="1005840"/>
          </a:xfrm>
          <a:prstGeom prst="ellipse">
            <a:avLst/>
          </a:prstGeom>
          <a:solidFill>
            <a:srgbClr val="3D63B8"/>
          </a:solidFill>
          <a:ln w="12700">
            <a:solidFill>
              <a:srgbClr val="3D63B8"/>
            </a:solidFill>
            <a:prstDash val="solid"/>
          </a:ln>
        </p:spPr>
      </p:sp>
      <p:sp>
        <p:nvSpPr>
          <p:cNvPr id="3" name="infoteken"/>
          <p:cNvSpPr txBox="1"/>
          <p:nvPr/>
        </p:nvSpPr>
        <p:spPr>
          <a:xfrm>
            <a:off x="548640" y="6583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i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8580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Dit ga je doen</a:t>
            </a:r>
            <a:endParaRPr lang="en-US" sz="4000" dirty="0"/>
          </a:p>
        </p:txBody>
      </p:sp>
      <p:sp>
        <p:nvSpPr>
          <p:cNvPr id="5" name="ov-cirkel-1"/>
          <p:cNvSpPr/>
          <p:nvPr/>
        </p:nvSpPr>
        <p:spPr>
          <a:xfrm>
            <a:off x="685800" y="196596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ov-nr-1"/>
          <p:cNvSpPr txBox="1"/>
          <p:nvPr/>
        </p:nvSpPr>
        <p:spPr>
          <a:xfrm>
            <a:off x="68580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ov-tekst-1"/>
          <p:cNvSpPr txBox="1"/>
          <p:nvPr/>
        </p:nvSpPr>
        <p:spPr>
          <a:xfrm>
            <a:off x="1325880" y="196596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3440"/>
                </a:solidFill>
              </a:rPr>
              <a:t>Pak de zip uit</a:t>
            </a:r>
            <a:endParaRPr lang="en-US" sz="2000" dirty="0"/>
          </a:p>
        </p:txBody>
      </p:sp>
      <p:sp>
        <p:nvSpPr>
          <p:cNvPr id="8" name="ov-cirkel-2"/>
          <p:cNvSpPr/>
          <p:nvPr/>
        </p:nvSpPr>
        <p:spPr>
          <a:xfrm>
            <a:off x="685800" y="258775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ov-nr-2"/>
          <p:cNvSpPr txBox="1"/>
          <p:nvPr/>
        </p:nvSpPr>
        <p:spPr>
          <a:xfrm>
            <a:off x="68580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ov-tekst-2"/>
          <p:cNvSpPr txBox="1"/>
          <p:nvPr/>
        </p:nvSpPr>
        <p:spPr>
          <a:xfrm>
            <a:off x="1325880" y="258775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3440"/>
                </a:solidFill>
              </a:rPr>
              <a:t>Print de barcodes</a:t>
            </a:r>
            <a:endParaRPr lang="en-US" sz="2000" dirty="0"/>
          </a:p>
        </p:txBody>
      </p:sp>
      <p:sp>
        <p:nvSpPr>
          <p:cNvPr id="11" name="ov-cirkel-3"/>
          <p:cNvSpPr/>
          <p:nvPr/>
        </p:nvSpPr>
        <p:spPr>
          <a:xfrm>
            <a:off x="685800" y="320954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ov-nr-3"/>
          <p:cNvSpPr txBox="1"/>
          <p:nvPr/>
        </p:nvSpPr>
        <p:spPr>
          <a:xfrm>
            <a:off x="685800" y="3209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ov-tekst-3"/>
          <p:cNvSpPr txBox="1"/>
          <p:nvPr/>
        </p:nvSpPr>
        <p:spPr>
          <a:xfrm>
            <a:off x="1325880" y="3209544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3440"/>
                </a:solidFill>
              </a:rPr>
              <a:t>Scan barcode pagina 1</a:t>
            </a:r>
            <a:endParaRPr lang="en-US" sz="2000" dirty="0"/>
          </a:p>
        </p:txBody>
      </p:sp>
      <p:sp>
        <p:nvSpPr>
          <p:cNvPr id="14" name="ov-cirkel-4"/>
          <p:cNvSpPr/>
          <p:nvPr/>
        </p:nvSpPr>
        <p:spPr>
          <a:xfrm>
            <a:off x="685800" y="3831336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ov-nr-4"/>
          <p:cNvSpPr txBox="1"/>
          <p:nvPr/>
        </p:nvSpPr>
        <p:spPr>
          <a:xfrm>
            <a:off x="685800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ov-tekst-4"/>
          <p:cNvSpPr txBox="1"/>
          <p:nvPr/>
        </p:nvSpPr>
        <p:spPr>
          <a:xfrm>
            <a:off x="1325880" y="3831336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3440"/>
                </a:solidFill>
              </a:rPr>
              <a:t>Dubbelklik Installeer.cmd</a:t>
            </a:r>
            <a:endParaRPr lang="en-US" sz="2000" dirty="0"/>
          </a:p>
        </p:txBody>
      </p:sp>
      <p:sp>
        <p:nvSpPr>
          <p:cNvPr id="17" name="ov-cirkel-5"/>
          <p:cNvSpPr/>
          <p:nvPr/>
        </p:nvSpPr>
        <p:spPr>
          <a:xfrm>
            <a:off x="685800" y="4453128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ov-nr-5"/>
          <p:cNvSpPr txBox="1"/>
          <p:nvPr/>
        </p:nvSpPr>
        <p:spPr>
          <a:xfrm>
            <a:off x="685800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ov-tekst-5"/>
          <p:cNvSpPr txBox="1"/>
          <p:nvPr/>
        </p:nvSpPr>
        <p:spPr>
          <a:xfrm>
            <a:off x="1325880" y="44531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3440"/>
                </a:solidFill>
              </a:rPr>
              <a:t>Start de snelkoppeling</a:t>
            </a:r>
            <a:endParaRPr lang="en-US" sz="2000" dirty="0"/>
          </a:p>
        </p:txBody>
      </p:sp>
      <p:sp>
        <p:nvSpPr>
          <p:cNvPr id="20" name="ov-cirkel-6"/>
          <p:cNvSpPr/>
          <p:nvPr/>
        </p:nvSpPr>
        <p:spPr>
          <a:xfrm>
            <a:off x="685800" y="507492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ov-nr-6"/>
          <p:cNvSpPr txBox="1"/>
          <p:nvPr/>
        </p:nvSpPr>
        <p:spPr>
          <a:xfrm>
            <a:off x="685800" y="5074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2" name="ov-tekst-6"/>
          <p:cNvSpPr txBox="1"/>
          <p:nvPr/>
        </p:nvSpPr>
        <p:spPr>
          <a:xfrm>
            <a:off x="1325880" y="507492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3440"/>
                </a:solidFill>
              </a:rPr>
              <a:t>Test het met een emoji</a:t>
            </a:r>
            <a:endParaRPr lang="en-US" sz="2000" dirty="0"/>
          </a:p>
        </p:txBody>
      </p:sp>
      <p:sp>
        <p:nvSpPr>
          <p:cNvPr id="23" name="duur"/>
          <p:cNvSpPr txBox="1"/>
          <p:nvPr/>
        </p:nvSpPr>
        <p:spPr>
          <a:xfrm>
            <a:off x="68580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Duurt ongeveer 15 minuten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pcirkel-1"/>
          <p:cNvSpPr/>
          <p:nvPr/>
        </p:nvSpPr>
        <p:spPr>
          <a:xfrm>
            <a:off x="548640" y="658368"/>
            <a:ext cx="1005840" cy="1005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tapnummer-1"/>
          <p:cNvSpPr txBox="1"/>
          <p:nvPr/>
        </p:nvSpPr>
        <p:spPr>
          <a:xfrm>
            <a:off x="548640" y="6583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1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8580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Pak de zip uit</a:t>
            </a:r>
            <a:endParaRPr lang="en-US" sz="4000" dirty="0"/>
          </a:p>
        </p:txBody>
      </p:sp>
      <p:sp>
        <p:nvSpPr>
          <p:cNvPr id="5" name="actie"/>
          <p:cNvSpPr txBox="1"/>
          <p:nvPr/>
        </p:nvSpPr>
        <p:spPr>
          <a:xfrm>
            <a:off x="548640" y="1920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440"/>
                </a:solidFill>
              </a:rPr>
              <a:t>Rechtermuisknop op EngraveBridge.zip, kies Alles uitpakken.</a:t>
            </a:r>
            <a:endParaRPr lang="en-US" sz="2600" dirty="0"/>
          </a:p>
        </p:txBody>
      </p:sp>
      <p:sp>
        <p:nvSpPr>
          <p:cNvPr id="6" name="kader"/>
          <p:cNvSpPr/>
          <p:nvPr/>
        </p:nvSpPr>
        <p:spPr>
          <a:xfrm>
            <a:off x="548640" y="292608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kadertekst"/>
          <p:cNvSpPr txBox="1"/>
          <p:nvPr/>
        </p:nvSpPr>
        <p:spPr>
          <a:xfrm>
            <a:off x="868680" y="310896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3440"/>
                </a:solidFill>
              </a:rPr>
              <a:t>In de map staan deze vier die jij nodig hebt: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E3440"/>
                </a:solidFill>
              </a:rPr>
              <a:t>Installeer.cmd, hiermee zet je het klaar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E3440"/>
                </a:solidFill>
              </a:rPr>
              <a:t>Diagnose.cmd, draai deze als iets niet werkt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E3440"/>
                </a:solidFill>
              </a:rPr>
              <a:t>Verwijderen.cmd, hiermee haal je alles er weer af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E3440"/>
                </a:solidFill>
              </a:rPr>
              <a:t>DS2278-alle-barcodes.pdf, alle barcodes die je nodig kunt hebben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pcirkel-2"/>
          <p:cNvSpPr/>
          <p:nvPr/>
        </p:nvSpPr>
        <p:spPr>
          <a:xfrm>
            <a:off x="548640" y="658368"/>
            <a:ext cx="1005840" cy="1005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tapnummer-2"/>
          <p:cNvSpPr txBox="1"/>
          <p:nvPr/>
        </p:nvSpPr>
        <p:spPr>
          <a:xfrm>
            <a:off x="548640" y="6583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2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8580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Print de barcodes</a:t>
            </a:r>
            <a:endParaRPr lang="en-US" sz="4000" dirty="0"/>
          </a:p>
        </p:txBody>
      </p:sp>
      <p:sp>
        <p:nvSpPr>
          <p:cNvPr id="5" name="actie"/>
          <p:cNvSpPr txBox="1"/>
          <p:nvPr/>
        </p:nvSpPr>
        <p:spPr>
          <a:xfrm>
            <a:off x="548640" y="1920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440"/>
                </a:solidFill>
              </a:rPr>
              <a:t>Open DS2278-alle-barcodes.pdf en print pagina 1 en 2.</a:t>
            </a:r>
            <a:endParaRPr lang="en-US" sz="2600" dirty="0"/>
          </a:p>
        </p:txBody>
      </p:sp>
      <p:sp>
        <p:nvSpPr>
          <p:cNvPr id="6" name="kader"/>
          <p:cNvSpPr/>
          <p:nvPr/>
        </p:nvSpPr>
        <p:spPr>
          <a:xfrm>
            <a:off x="548640" y="2926080"/>
            <a:ext cx="11064240" cy="1993392"/>
          </a:xfrm>
          <a:prstGeom prst="roundRect">
            <a:avLst>
              <a:gd name="adj" fmla="val 550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kadertekst"/>
          <p:cNvSpPr txBox="1"/>
          <p:nvPr/>
        </p:nvSpPr>
        <p:spPr>
          <a:xfrm>
            <a:off x="868680" y="3108960"/>
            <a:ext cx="104241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3440"/>
                </a:solidFill>
              </a:rPr>
              <a:t>Op elke pagina staat een barcode. Je hebt er nu twee nodig.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E3440"/>
                </a:solidFill>
              </a:rPr>
              <a:t>Pagina 1 zet de scanner AAN voor emoji.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E3440"/>
                </a:solidFill>
              </a:rPr>
              <a:t>Pagina 2 zet de scanner weer terug naar normaal.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2E3440"/>
                </a:solidFill>
              </a:rPr>
              <a:t>Leg het papier bij de scanner, je hebt het straks weer nodig.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pcirkel-3"/>
          <p:cNvSpPr/>
          <p:nvPr/>
        </p:nvSpPr>
        <p:spPr>
          <a:xfrm>
            <a:off x="548640" y="658368"/>
            <a:ext cx="1005840" cy="1005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tapnummer-3"/>
          <p:cNvSpPr txBox="1"/>
          <p:nvPr/>
        </p:nvSpPr>
        <p:spPr>
          <a:xfrm>
            <a:off x="548640" y="6583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3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8580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Scan barcode pagina 1</a:t>
            </a:r>
            <a:endParaRPr lang="en-US" sz="4000" dirty="0"/>
          </a:p>
        </p:txBody>
      </p:sp>
      <p:sp>
        <p:nvSpPr>
          <p:cNvPr id="5" name="actie"/>
          <p:cNvSpPr txBox="1"/>
          <p:nvPr/>
        </p:nvSpPr>
        <p:spPr>
          <a:xfrm>
            <a:off x="548640" y="1920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440"/>
                </a:solidFill>
              </a:rPr>
              <a:t>Scan de barcode op pagina 1 met de scanner.</a:t>
            </a:r>
            <a:endParaRPr lang="en-US" sz="2600" dirty="0"/>
          </a:p>
        </p:txBody>
      </p:sp>
      <p:sp>
        <p:nvSpPr>
          <p:cNvPr id="6" name="kader"/>
          <p:cNvSpPr/>
          <p:nvPr/>
        </p:nvSpPr>
        <p:spPr>
          <a:xfrm>
            <a:off x="548640" y="2926080"/>
            <a:ext cx="11064240" cy="1609344"/>
          </a:xfrm>
          <a:prstGeom prst="roundRect">
            <a:avLst>
              <a:gd name="adj" fmla="val 681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kadertekst"/>
          <p:cNvSpPr txBox="1"/>
          <p:nvPr/>
        </p:nvSpPr>
        <p:spPr>
          <a:xfrm>
            <a:off x="868680" y="3108960"/>
            <a:ext cx="10424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8A5A"/>
                </a:solidFill>
              </a:rPr>
              <a:t>Wat je ziet: de scanner piept en start opnieuw op. Dat hoort zo.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94F2B"/>
                </a:solidFill>
              </a:rPr>
              <a:t>Let op: vanaf nu typt de scanner niets meer in Word of in je browser.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E3440"/>
                </a:solidFill>
              </a:rPr>
              <a:t>Dat is normaal. Met pagina 2 zet je het later weer terug.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pcirkel-4"/>
          <p:cNvSpPr/>
          <p:nvPr/>
        </p:nvSpPr>
        <p:spPr>
          <a:xfrm>
            <a:off x="548640" y="658368"/>
            <a:ext cx="1005840" cy="1005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tapnummer-4"/>
          <p:cNvSpPr txBox="1"/>
          <p:nvPr/>
        </p:nvSpPr>
        <p:spPr>
          <a:xfrm>
            <a:off x="548640" y="6583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4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8580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Dubbelklik Installeer.cmd</a:t>
            </a:r>
            <a:endParaRPr lang="en-US" sz="4000" dirty="0"/>
          </a:p>
        </p:txBody>
      </p:sp>
      <p:sp>
        <p:nvSpPr>
          <p:cNvPr id="5" name="actie"/>
          <p:cNvSpPr txBox="1"/>
          <p:nvPr/>
        </p:nvSpPr>
        <p:spPr>
          <a:xfrm>
            <a:off x="548640" y="1920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440"/>
                </a:solidFill>
              </a:rPr>
              <a:t>Dubbelklik op Installeer.cmd in de uitgepakte map.</a:t>
            </a:r>
            <a:endParaRPr lang="en-US" sz="2600" dirty="0"/>
          </a:p>
        </p:txBody>
      </p:sp>
      <p:sp>
        <p:nvSpPr>
          <p:cNvPr id="6" name="kader"/>
          <p:cNvSpPr/>
          <p:nvPr/>
        </p:nvSpPr>
        <p:spPr>
          <a:xfrm>
            <a:off x="548640" y="2926080"/>
            <a:ext cx="11064240" cy="1993392"/>
          </a:xfrm>
          <a:prstGeom prst="roundRect">
            <a:avLst>
              <a:gd name="adj" fmla="val 550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kadertekst"/>
          <p:cNvSpPr txBox="1"/>
          <p:nvPr/>
        </p:nvSpPr>
        <p:spPr>
          <a:xfrm>
            <a:off x="868680" y="3108960"/>
            <a:ext cx="104241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3440"/>
                </a:solidFill>
              </a:rPr>
              <a:t>Er opent een zwart venster dat een paar regels toont.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E3440"/>
                </a:solidFill>
              </a:rPr>
              <a:t>Druk op Enter om het te sluiten.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E3440"/>
                </a:solidFill>
              </a:rPr>
              <a:t>Je krijgt een snelkoppeling op je bureaublad: Engrave Bridge starten.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6B7280"/>
                </a:solidFill>
              </a:rPr>
              <a:t>Er wordt geen wachtwoord gevraagd.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pcirkel-5"/>
          <p:cNvSpPr/>
          <p:nvPr/>
        </p:nvSpPr>
        <p:spPr>
          <a:xfrm>
            <a:off x="548640" y="658368"/>
            <a:ext cx="1005840" cy="1005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tapnummer-5"/>
          <p:cNvSpPr txBox="1"/>
          <p:nvPr/>
        </p:nvSpPr>
        <p:spPr>
          <a:xfrm>
            <a:off x="548640" y="6583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5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8580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Start de snelkoppeling</a:t>
            </a:r>
            <a:endParaRPr lang="en-US" sz="4000" dirty="0"/>
          </a:p>
        </p:txBody>
      </p:sp>
      <p:sp>
        <p:nvSpPr>
          <p:cNvPr id="5" name="actie"/>
          <p:cNvSpPr txBox="1"/>
          <p:nvPr/>
        </p:nvSpPr>
        <p:spPr>
          <a:xfrm>
            <a:off x="548640" y="1920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440"/>
                </a:solidFill>
              </a:rPr>
              <a:t>Dubbelklik Engrave Bridge starten op je bureaublad.</a:t>
            </a:r>
            <a:endParaRPr lang="en-US" sz="2600" dirty="0"/>
          </a:p>
        </p:txBody>
      </p:sp>
      <p:sp>
        <p:nvSpPr>
          <p:cNvPr id="6" name="kader"/>
          <p:cNvSpPr/>
          <p:nvPr/>
        </p:nvSpPr>
        <p:spPr>
          <a:xfrm>
            <a:off x="548640" y="2926080"/>
            <a:ext cx="11064240" cy="1993392"/>
          </a:xfrm>
          <a:prstGeom prst="roundRect">
            <a:avLst>
              <a:gd name="adj" fmla="val 550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kadertekst"/>
          <p:cNvSpPr txBox="1"/>
          <p:nvPr/>
        </p:nvSpPr>
        <p:spPr>
          <a:xfrm>
            <a:off x="868680" y="3108960"/>
            <a:ext cx="104241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8A5A"/>
                </a:solidFill>
              </a:rPr>
              <a:t>Goed: er staat Scanner gevonden op COM gevolgd door een nummer.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3440"/>
                </a:solidFill>
              </a:rPr>
              <a:t>Laat dit venster open staan zolang je bezig bent.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E3440"/>
                </a:solidFill>
              </a:rPr>
              <a:t>Vraagt hij welke poort de scanner is? Kies de regel waar USB apparaat bij staat en typ dat nummer.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D94F2B"/>
                </a:solidFill>
              </a:rPr>
              <a:t>Staat er helemaal geen USB bij? Dan is pagina 1 niet goed gescand. Doe stap 3 opnieuw.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pcirkel-6"/>
          <p:cNvSpPr/>
          <p:nvPr/>
        </p:nvSpPr>
        <p:spPr>
          <a:xfrm>
            <a:off x="548640" y="658368"/>
            <a:ext cx="1005840" cy="1005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tapnummer-6"/>
          <p:cNvSpPr txBox="1"/>
          <p:nvPr/>
        </p:nvSpPr>
        <p:spPr>
          <a:xfrm>
            <a:off x="548640" y="6583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6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8580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Test het met een emoji</a:t>
            </a:r>
            <a:endParaRPr lang="en-US" sz="4000" dirty="0"/>
          </a:p>
        </p:txBody>
      </p:sp>
      <p:sp>
        <p:nvSpPr>
          <p:cNvPr id="5" name="actie"/>
          <p:cNvSpPr txBox="1"/>
          <p:nvPr/>
        </p:nvSpPr>
        <p:spPr>
          <a:xfrm>
            <a:off x="548640" y="1920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440"/>
                </a:solidFill>
              </a:rPr>
              <a:t>Klik in het vak waar de tekst moet komen en scan een code met emoji.</a:t>
            </a:r>
            <a:endParaRPr lang="en-US" sz="2600" dirty="0"/>
          </a:p>
        </p:txBody>
      </p:sp>
      <p:sp>
        <p:nvSpPr>
          <p:cNvPr id="6" name="kader"/>
          <p:cNvSpPr/>
          <p:nvPr/>
        </p:nvSpPr>
        <p:spPr>
          <a:xfrm>
            <a:off x="548640" y="2926080"/>
            <a:ext cx="11064240" cy="1993392"/>
          </a:xfrm>
          <a:prstGeom prst="roundRect">
            <a:avLst>
              <a:gd name="adj" fmla="val 550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kadertekst"/>
          <p:cNvSpPr txBox="1"/>
          <p:nvPr/>
        </p:nvSpPr>
        <p:spPr>
          <a:xfrm>
            <a:off x="868680" y="3108960"/>
            <a:ext cx="104241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94F2B"/>
                </a:solidFill>
              </a:rPr>
              <a:t>Het venster van stap 5 MOET open blijven staan.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8A5A"/>
                </a:solidFill>
              </a:rPr>
              <a:t>Goed: de tekst met emoji verschijnt meteen in het vak.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E3440"/>
                </a:solidFill>
              </a:rPr>
              <a:t>Werkt in LightBurn, in xTool, in Word, overal. Net als een gewoon toetsenbord.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3440"/>
                </a:solidFill>
              </a:rPr>
              <a:t>Klik dus altijd eerst in het juiste vak voordat je scant.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pcirkel-7"/>
          <p:cNvSpPr/>
          <p:nvPr/>
        </p:nvSpPr>
        <p:spPr>
          <a:xfrm>
            <a:off x="548640" y="658368"/>
            <a:ext cx="1005840" cy="1005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tapnummer-7"/>
          <p:cNvSpPr txBox="1"/>
          <p:nvPr/>
        </p:nvSpPr>
        <p:spPr>
          <a:xfrm>
            <a:off x="548640" y="6583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7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8580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Piept hij 4 keer?</a:t>
            </a:r>
            <a:endParaRPr lang="en-US" sz="4000" dirty="0"/>
          </a:p>
        </p:txBody>
      </p:sp>
      <p:sp>
        <p:nvSpPr>
          <p:cNvPr id="5" name="actie"/>
          <p:cNvSpPr txBox="1"/>
          <p:nvPr/>
        </p:nvSpPr>
        <p:spPr>
          <a:xfrm>
            <a:off x="548640" y="1920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440"/>
                </a:solidFill>
              </a:rPr>
              <a:t>Vier piepjes betekent: de tekst kon nergens heen.</a:t>
            </a:r>
            <a:endParaRPr lang="en-US" sz="2600" dirty="0"/>
          </a:p>
        </p:txBody>
      </p:sp>
      <p:sp>
        <p:nvSpPr>
          <p:cNvPr id="6" name="kader"/>
          <p:cNvSpPr/>
          <p:nvPr/>
        </p:nvSpPr>
        <p:spPr>
          <a:xfrm>
            <a:off x="548640" y="2926080"/>
            <a:ext cx="11064240" cy="1993392"/>
          </a:xfrm>
          <a:prstGeom prst="roundRect">
            <a:avLst>
              <a:gd name="adj" fmla="val 550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kadertekst"/>
          <p:cNvSpPr txBox="1"/>
          <p:nvPr/>
        </p:nvSpPr>
        <p:spPr>
          <a:xfrm>
            <a:off x="868680" y="3108960"/>
            <a:ext cx="104241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3440"/>
                </a:solidFill>
              </a:rPr>
              <a:t>De scanner heeft de code goed gelezen. Er luisterde alleen niets.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E3440"/>
                </a:solidFill>
              </a:rPr>
              <a:t>Stond het venster van stap 5 open? Zo niet, start de snelkoppeling en scan opnieuw.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8A5A"/>
                </a:solidFill>
              </a:rPr>
              <a:t>Stond het wel open, dubbelklik dan Diagnose.cmd in de map.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E3440"/>
                </a:solidFill>
              </a:rPr>
              <a:t>Die schrijft een bestand op je bureaublad. Stuur dat naar Kai.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laarcirkel"/>
          <p:cNvSpPr/>
          <p:nvPr/>
        </p:nvSpPr>
        <p:spPr>
          <a:xfrm>
            <a:off x="548640" y="658368"/>
            <a:ext cx="1005840" cy="1005840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3" name="klaarteken"/>
          <p:cNvSpPr txBox="1"/>
          <p:nvPr/>
        </p:nvSpPr>
        <p:spPr>
          <a:xfrm>
            <a:off x="548640" y="6583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OK</a:t>
            </a:r>
            <a:endParaRPr lang="en-US" sz="2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8580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Klaar met testen</a:t>
            </a:r>
            <a:endParaRPr lang="en-US" sz="4000" dirty="0"/>
          </a:p>
        </p:txBody>
      </p:sp>
      <p:sp>
        <p:nvSpPr>
          <p:cNvPr id="5" name="actie"/>
          <p:cNvSpPr txBox="1"/>
          <p:nvPr/>
        </p:nvSpPr>
        <p:spPr>
          <a:xfrm>
            <a:off x="548640" y="1920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440"/>
                </a:solidFill>
              </a:rPr>
              <a:t>Sluit het venster en scan de barcode op pagina 2.</a:t>
            </a:r>
            <a:endParaRPr lang="en-US" sz="2600" dirty="0"/>
          </a:p>
        </p:txBody>
      </p:sp>
      <p:sp>
        <p:nvSpPr>
          <p:cNvPr id="6" name="kader"/>
          <p:cNvSpPr/>
          <p:nvPr/>
        </p:nvSpPr>
        <p:spPr>
          <a:xfrm>
            <a:off x="548640" y="2926080"/>
            <a:ext cx="11064240" cy="1225296"/>
          </a:xfrm>
          <a:prstGeom prst="roundRect">
            <a:avLst>
              <a:gd name="adj" fmla="val 895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kadertekst"/>
          <p:cNvSpPr txBox="1"/>
          <p:nvPr/>
        </p:nvSpPr>
        <p:spPr>
          <a:xfrm>
            <a:off x="868680" y="3108960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3440"/>
                </a:solidFill>
              </a:rPr>
              <a:t>De scanner werkt dan weer gewoon als toetsenbord.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94F2B"/>
                </a:solidFill>
              </a:rPr>
              <a:t>Vergeet dit niet, anders lijkt de scanner later stuk.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odcirkel"/>
          <p:cNvSpPr/>
          <p:nvPr/>
        </p:nvSpPr>
        <p:spPr>
          <a:xfrm>
            <a:off x="548640" y="658368"/>
            <a:ext cx="1005840" cy="1005840"/>
          </a:xfrm>
          <a:prstGeom prst="ellipse">
            <a:avLst/>
          </a:prstGeom>
          <a:solidFill>
            <a:srgbClr val="D94F2B"/>
          </a:solidFill>
          <a:ln w="12700">
            <a:solidFill>
              <a:srgbClr val="D94F2B"/>
            </a:solidFill>
            <a:prstDash val="solid"/>
          </a:ln>
        </p:spPr>
      </p:sp>
      <p:sp>
        <p:nvSpPr>
          <p:cNvPr id="3" name="noodteken"/>
          <p:cNvSpPr txBox="1"/>
          <p:nvPr/>
        </p:nvSpPr>
        <p:spPr>
          <a:xfrm>
            <a:off x="548640" y="6583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!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8580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Reageert de scanner nergens meer op?</a:t>
            </a:r>
            <a:endParaRPr lang="en-US" sz="4000" dirty="0"/>
          </a:p>
        </p:txBody>
      </p:sp>
      <p:sp>
        <p:nvSpPr>
          <p:cNvPr id="5" name="actie"/>
          <p:cNvSpPr txBox="1"/>
          <p:nvPr/>
        </p:nvSpPr>
        <p:spPr>
          <a:xfrm>
            <a:off x="548640" y="1920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440"/>
                </a:solidFill>
              </a:rPr>
              <a:t>Dan zit hij vast. Dit haalt hem er altijd uit.</a:t>
            </a:r>
            <a:endParaRPr lang="en-US" sz="2600" dirty="0"/>
          </a:p>
        </p:txBody>
      </p:sp>
      <p:sp>
        <p:nvSpPr>
          <p:cNvPr id="6" name="kader"/>
          <p:cNvSpPr/>
          <p:nvPr/>
        </p:nvSpPr>
        <p:spPr>
          <a:xfrm>
            <a:off x="548640" y="2926080"/>
            <a:ext cx="11064240" cy="1993392"/>
          </a:xfrm>
          <a:prstGeom prst="roundRect">
            <a:avLst>
              <a:gd name="adj" fmla="val 550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kadertekst"/>
          <p:cNvSpPr txBox="1"/>
          <p:nvPr/>
        </p:nvSpPr>
        <p:spPr>
          <a:xfrm>
            <a:off x="868680" y="3108960"/>
            <a:ext cx="104241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3440"/>
                </a:solidFill>
              </a:rPr>
              <a:t>Open DS2278-alle-barcodes.pdf en scan pagina 7, Set Factory Defaults.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94F2B"/>
                </a:solidFill>
              </a:rPr>
              <a:t>Leg de scanner daarna in de houder tot hij piept. Dit is verplicht, anders blijft hij los.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E3440"/>
                </a:solidFill>
              </a:rPr>
              <a:t>Test met een gewone QR in Kladblok. Komt er tekst? Dan is hij terug.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E3440"/>
                </a:solidFill>
              </a:rPr>
              <a:t>Begin daarna gewoon weer bij stap 3.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arschuwcirkel"/>
          <p:cNvSpPr/>
          <p:nvPr/>
        </p:nvSpPr>
        <p:spPr>
          <a:xfrm>
            <a:off x="548640" y="658368"/>
            <a:ext cx="1005840" cy="1005840"/>
          </a:xfrm>
          <a:prstGeom prst="ellipse">
            <a:avLst/>
          </a:prstGeom>
          <a:solidFill>
            <a:srgbClr val="D94F2B"/>
          </a:solidFill>
          <a:ln w="12700">
            <a:solidFill>
              <a:srgbClr val="D94F2B"/>
            </a:solidFill>
            <a:prstDash val="solid"/>
          </a:ln>
        </p:spPr>
      </p:sp>
      <p:sp>
        <p:nvSpPr>
          <p:cNvPr id="3" name="waarschuwteken"/>
          <p:cNvSpPr txBox="1"/>
          <p:nvPr/>
        </p:nvSpPr>
        <p:spPr>
          <a:xfrm>
            <a:off x="548640" y="6583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?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8580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Werkt er iets niet?</a:t>
            </a:r>
            <a:endParaRPr lang="en-US" sz="4000" dirty="0"/>
          </a:p>
        </p:txBody>
      </p:sp>
      <p:sp>
        <p:nvSpPr>
          <p:cNvPr id="5" name="prob-1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probtekst-1"/>
          <p:cNvSpPr txBox="1"/>
          <p:nvPr/>
        </p:nvSpPr>
        <p:spPr>
          <a:xfrm>
            <a:off x="868680" y="1892808"/>
            <a:ext cx="10424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De scanner piept 4 keer bij het scannen</a:t>
            </a:r>
            <a:endParaRPr lang="en-US" sz="17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E3440"/>
                </a:solidFill>
              </a:rPr>
              <a:t>De tekst kon nergens heen. Stond het venster van stap 5 wel open?</a:t>
            </a:r>
            <a:endParaRPr lang="en-US" sz="1700" dirty="0"/>
          </a:p>
        </p:txBody>
      </p:sp>
      <p:sp>
        <p:nvSpPr>
          <p:cNvPr id="7" name="prob-2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probtekst-2"/>
          <p:cNvSpPr txBox="1"/>
          <p:nvPr/>
        </p:nvSpPr>
        <p:spPr>
          <a:xfrm>
            <a:off x="868680" y="2898648"/>
            <a:ext cx="10424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De scanner is niet gevonden</a:t>
            </a:r>
            <a:endParaRPr lang="en-US" sz="17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E3440"/>
                </a:solidFill>
              </a:rPr>
              <a:t>Pagina 1 nog niet gescand. Of: Apparaatbeheer, Poorten, rechtermuis, Stuurprogramma bijwerken, Microsoft, USB Serial Device.</a:t>
            </a:r>
            <a:endParaRPr lang="en-US" sz="1700" dirty="0"/>
          </a:p>
        </p:txBody>
      </p:sp>
      <p:sp>
        <p:nvSpPr>
          <p:cNvPr id="9" name="prob-3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probtekst-3"/>
          <p:cNvSpPr txBox="1"/>
          <p:nvPr/>
        </p:nvSpPr>
        <p:spPr>
          <a:xfrm>
            <a:off x="868680" y="3904488"/>
            <a:ext cx="10424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De scanner doet helemaal niets meer</a:t>
            </a:r>
            <a:endParaRPr lang="en-US" sz="17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E3440"/>
                </a:solidFill>
              </a:rPr>
              <a:t>Houd de trigger 10 seconden ingedrukt terwijl hij opstart. Scan dan pagina 2.</a:t>
            </a:r>
            <a:endParaRPr lang="en-US" sz="1700" dirty="0"/>
          </a:p>
        </p:txBody>
      </p:sp>
      <p:sp>
        <p:nvSpPr>
          <p:cNvPr id="11" name="prob-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probtekst-4"/>
          <p:cNvSpPr txBox="1"/>
          <p:nvPr/>
        </p:nvSpPr>
        <p:spPr>
          <a:xfrm>
            <a:off x="868680" y="4910328"/>
            <a:ext cx="10424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De scanner typt niets in Word</a:t>
            </a:r>
            <a:endParaRPr lang="en-US" sz="17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E3440"/>
                </a:solidFill>
              </a:rPr>
              <a:t>Dat klopt, hij staat in de nieuwe stand. Scan pagina 2.</a:t>
            </a:r>
            <a:endParaRPr lang="en-US" sz="1700" dirty="0"/>
          </a:p>
        </p:txBody>
      </p:sp>
      <p:sp>
        <p:nvSpPr>
          <p:cNvPr id="13" name="prob-5"/>
          <p:cNvSpPr/>
          <p:nvPr/>
        </p:nvSpPr>
        <p:spPr>
          <a:xfrm>
            <a:off x="548640" y="58064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probtekst-5"/>
          <p:cNvSpPr txBox="1"/>
          <p:nvPr/>
        </p:nvSpPr>
        <p:spPr>
          <a:xfrm>
            <a:off x="868680" y="5916168"/>
            <a:ext cx="10424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Alles weer weghalen</a:t>
            </a:r>
            <a:endParaRPr lang="en-US" sz="17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E3440"/>
                </a:solidFill>
              </a:rPr>
              <a:t>Dubbelklik Verwijderen.cmd en scan pagina 2.</a:t>
            </a:r>
            <a:endParaRPr lang="en-US" sz="1700" dirty="0"/>
          </a:p>
        </p:txBody>
      </p:sp>
      <p:sp>
        <p:nvSpPr>
          <p:cNvPr id="15" name="foto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94F2B"/>
                </a:solidFill>
              </a:rPr>
              <a:t>Lukt het niet? Dubbelklik Diagnose.cmd en stuur het bestand dat op je bureaublad komt naar Kai.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Laat even weten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hoe het ging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74904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CADCFC"/>
                </a:solidFill>
              </a:rPr>
              <a:t>Werkt het? Laat het weten, ook als alles goed ging.</a:t>
            </a:r>
            <a:endParaRPr lang="en-US" sz="20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CADCFC"/>
                </a:solidFill>
              </a:rPr>
              <a:t>Werkt het niet? Stuur een foto van de melding.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Arabisch geprobeerd? Staan de letters los of omgekeerd?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neTwoFive Werkinstructie">
  <a:themeElements>
    <a:clrScheme name="NineTwoFive Werkinstructie">
      <a:dk1>
        <a:srgbClr val="1E2761"/>
      </a:dk1>
      <a:lt1>
        <a:srgbClr val="FFFFFF"/>
      </a:lt1>
      <a:dk2>
        <a:srgbClr val="2E3440"/>
      </a:dk2>
      <a:lt2>
        <a:srgbClr val="EEF3FC"/>
      </a:lt2>
      <a:accent1>
        <a:srgbClr val="1E2761"/>
      </a:accent1>
      <a:accent2>
        <a:srgbClr val="3D63B8"/>
      </a:accent2>
      <a:accent3>
        <a:srgbClr val="CADCFC"/>
      </a:accent3>
      <a:accent4>
        <a:srgbClr val="D94F2B"/>
      </a:accent4>
      <a:accent5>
        <a:srgbClr val="1B8A5A"/>
      </a:accent5>
      <a:accent6>
        <a:srgbClr val="6B7280"/>
      </a:accent6>
      <a:hlink>
        <a:srgbClr val="3D63B8"/>
      </a:hlink>
      <a:folHlink>
        <a:srgbClr val="6B7280"/>
      </a:folHlink>
    </a:clrScheme>
    <a:fontScheme name="NineTwoFive Werkinstructi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Scanner klaarmaken voor emoji</dc:title>
  <dc:subject>PptxGenJS Presentation</dc:subject>
  <dc:creator>NineTwoFive</dc:creator>
  <cp:lastModifiedBy>NineTwoFive</cp:lastModifiedBy>
  <cp:revision>1</cp:revision>
  <dcterms:created xsi:type="dcterms:W3CDTF">2026-10-15T12:14:33Z</dcterms:created>
  <dcterms:modified xsi:type="dcterms:W3CDTF">2026-10-15T12:14:33Z</dcterms:modified>
</cp:coreProperties>
</file>